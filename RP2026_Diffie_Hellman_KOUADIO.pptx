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RÉSEAUX ET PROTOCOLES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RP2026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1920240"/>
            <a:ext cx="4572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pédagogique du protocole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DIFFIE-HELLMAN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implémenté en langage RUST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KOUADIO KOUASSI HIPOLITE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UFRMI — Abidjan  |  Échéance : 11 mai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préoccupation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Louis, Charles et Ismaël — le défi de l'échange secret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0292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0058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Fondements mathématiques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3898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Logarithme discret et exponentiation modulaire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50292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40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protocole étape par étape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1576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Paramètres, clés privées, clés publiques, secret partagé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50292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402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à la question de Bobo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71576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frontière d'efficacité selon les nombres premiers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66160"/>
            <a:ext cx="50292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6616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8680" y="3657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Implémentation Rust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416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code et démo CLI interactive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6616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49240" y="3657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416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 SSH, VPN et la cryptographie moderne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LA PRÉOCCUPATION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LOUIS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Veut envoyer un message secret à Charles sans qu'Ismaël puisse le lire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417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Doit recevoir ce message et partager un secret avec Louis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C22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ISMAËL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👀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Écoute TOUT ce qui circule sur le réseau — chaque paquet, chaque bit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défi : Louis et Charles doivent partager un secret SANS l'envoyer sur le réseau 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LE PROTOCOLE ÉTAPE PAR ÉTAPE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5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457200" cy="86868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publics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23, g =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monde les voit, même Ismaël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920240"/>
            <a:ext cx="8778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920240"/>
            <a:ext cx="45720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9202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privées secrètes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6 (Louis)   b = 15 (Charles)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Jamais partagées, jamais envoyées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926080"/>
            <a:ext cx="8778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926080"/>
            <a:ext cx="45720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926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publiques échangées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g^a mod p = 8     B = g^b mod p = 19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Ismaël voit A et B — mais pas a ni b 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931920"/>
            <a:ext cx="8778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931920"/>
            <a:ext cx="45720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931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partagé calculé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B^a mod p = A^b mod p =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 et Charles obtiennent le même S 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RÉPONSE À LA QUESTION DE BOBO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1C7293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Quelle est la frontière objective de non-efficacité du protocole Diffie-Hellman face à Ismaël quant au choix des nombres premiers primordiaux ? 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859536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Très dangereux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965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42032"/>
            <a:ext cx="8595360" cy="502920"/>
          </a:xfrm>
          <a:prstGeom prst="rect">
            <a:avLst/>
          </a:prstGeom>
          <a:solidFill>
            <a:srgbClr val="22405F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420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~ 1 000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5420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Insuffisant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5420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secondes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118104"/>
            <a:ext cx="859536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181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~ 10 000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1181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Faible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11810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à heures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8595360" cy="502920"/>
          </a:xfrm>
          <a:prstGeom prst="rect">
            <a:avLst/>
          </a:prstGeom>
          <a:solidFill>
            <a:srgbClr val="22405F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9417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&gt; 2^1024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6941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Acceptable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6941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années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270248"/>
            <a:ext cx="859536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70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&gt; 2^2048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42702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Standard SSH/TLS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2702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d'années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 pratique (SSH, VPN) : p fait 2048 à 4096 bits — c'est le miracle mathématique 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— IMPLÉMENTATION EN RUST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Pourquoi Rust 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Sécurité mémoire garantie à la compilation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Performances proches du C/C++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Standard en ingénierie protocolaire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Zéro dépendance externe ici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🦀 Très apprécié en cybersécurité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976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42976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960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Fonctions principales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puissance_mod()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1228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 modulaire rapide O(log 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0756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est_premier()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207568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du nombre premier 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64261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attaque_ismael()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26426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force brute + chrono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20954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reponse_bobo()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320954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petits vs grands 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7764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typewriter()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37764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pédagogique CLI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C355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run    →    démo interactive complète en terminal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1A3050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Le protocole Diffie-Hellman permet un échange de secret sans jamais le transmettre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1A3050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La sécurité repose entièrement sur la difficulté du logarithme discret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8412480" cy="594360"/>
          </a:xfrm>
          <a:prstGeom prst="rect">
            <a:avLst/>
          </a:prstGeom>
          <a:solidFill>
            <a:srgbClr val="1A3050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Le choix de p est critique : en dessous de 2^1024, le protocole est vulnérable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918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En production (SSH, TLS, VPN) : p fait 2048 à 4096 bits — millions d'années de résistance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solidFill>
            <a:srgbClr val="1A3050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77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Rust : langage idéal pour l'ingénierie protocolaire — sécurité + 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KOUADIO KOUASSI HIPOLITE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github.com/ichmochtegrosse-cell/diffie_hellman_demo  |  RP2026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Diffie-Hellman — RP2026</dc:title>
  <dc:subject>PptxGenJS Presentation</dc:subject>
  <dc:creator>KOUADIO KOUASSI HIPOLITE</dc:creator>
  <cp:lastModifiedBy>KOUADIO KOUASSI HIPOLITE</cp:lastModifiedBy>
  <cp:revision>1</cp:revision>
  <dcterms:created xsi:type="dcterms:W3CDTF">2026-05-02T02:30:50Z</dcterms:created>
  <dcterms:modified xsi:type="dcterms:W3CDTF">2026-05-02T02:30:50Z</dcterms:modified>
</cp:coreProperties>
</file>